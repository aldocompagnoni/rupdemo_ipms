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BCF5A-7A87-ED55-AF99-19DCDDC81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E048D-29A1-81CD-28B7-1A7F07D3B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B57C3-9177-AFB5-717A-059D718F2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0E92-FC22-4992-8D64-53E2517AE2E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FA328-7FE9-38B1-8AF2-037626554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1222C-E721-D988-B3B3-97F580066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C676D-0C5F-4528-A44A-DFC841B8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16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1993-8B33-BF2E-DEED-3A11DCA1F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7EB07-D7DB-8DF8-9AD0-925D4F678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C2A3B-CE4F-0FF5-33C7-5DFA01332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0E92-FC22-4992-8D64-53E2517AE2E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5236D-9812-CFD3-B886-10779DDB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E91E9-AD3E-62F0-0F0C-C9875085C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C676D-0C5F-4528-A44A-DFC841B8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944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9B372-B23F-5EF0-AC29-FEFA82FB5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F2382-8262-AD7B-1481-0DFD31960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8C771-CD42-A0DE-100B-02568FA88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0E92-FC22-4992-8D64-53E2517AE2E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721A6-CD9A-DCE9-40BB-C62CE201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7DEEF-7988-9148-E8D9-5F998982E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C676D-0C5F-4528-A44A-DFC841B8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25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D4FF7-3F86-835E-C86F-74F49F0D2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0FE9F-B9DA-D655-5FC3-DB9163CE3C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170D0-D7F7-B517-60C8-D749AAD58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2A5AF-B6DE-40C3-D84F-03A4E86E0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0E92-FC22-4992-8D64-53E2517AE2E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69DF2-B69C-77F2-0040-F274AC45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781FB-AAD0-808D-EB18-BD226F817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C676D-0C5F-4528-A44A-DFC841B8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35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C82FB-B252-9F23-97A3-FF190DD0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44463-72F4-8167-0A0F-D468C5E11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FCF04-596C-8EFD-990C-0184884D5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CD080B-0C9F-DF1F-91AE-C8BE2061C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757065-3626-B06C-C0CA-E10B421A2C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40A699-E10E-692F-A939-4A79A30E7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0E92-FC22-4992-8D64-53E2517AE2E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F9843F-83A3-D4C2-20BA-9FBA0986E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B83602-4195-F404-CBF3-BF3371CA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C676D-0C5F-4528-A44A-DFC841B8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59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B73FB-2E84-8007-4AB6-1A6D3431F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FD34C6-F287-CC85-CEAE-18E9DF5A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0E92-FC22-4992-8D64-53E2517AE2E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3ACB9-405A-BE92-625E-1689145A1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53C8E-9998-105A-D524-374DE3B73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C676D-0C5F-4528-A44A-DFC841B8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44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EDE3AA-5247-6F6D-A405-5A8F8280D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0E92-FC22-4992-8D64-53E2517AE2E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9AA07A-8015-CB45-0A4D-A906E296B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BA18A-4EBA-8A3C-B48B-FBF8FFEA0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C676D-0C5F-4528-A44A-DFC841B8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9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1987E-404B-6CC6-D244-9AAA422F8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DE280-DB4F-5FF9-DF8E-52A73A99C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82FC4-247B-584F-EB11-20C1C4F84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E750D-8663-7435-F195-FE03BC7B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0E92-FC22-4992-8D64-53E2517AE2E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BBF7B-2C7B-1B1D-1481-1E5EA1529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F7A89-9AA8-42E6-C28D-EC01322B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C676D-0C5F-4528-A44A-DFC841B8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64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C8A74-C8BE-8940-1D98-39F2888CF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F60A2F-4DDA-FF10-1F96-1FC4C5DDB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0BB67-CACB-4032-9478-844F7C4EE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813F9-D6A6-B387-A72D-22C398AB2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0E92-FC22-4992-8D64-53E2517AE2E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0D8EB-3D52-E395-A639-40753F1A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4A6FE7-A502-F98A-E7B5-41BB93CB7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C676D-0C5F-4528-A44A-DFC841B8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855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726A4-C008-47BF-3325-9C668C946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6482B8-B8FA-4B10-0613-EA9162426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D1A86-85D9-3A19-7929-7F61CF1F1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0E92-FC22-4992-8D64-53E2517AE2E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7E6E2-41B8-C05A-3FA1-F5C099F30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A51B8-A56A-6C7F-3E88-9B9680C74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C676D-0C5F-4528-A44A-DFC841B8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247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DA1689-55CB-FDEC-519C-7162E1536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A5DA93-E678-0FDD-A1F4-945DBCF44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1DD25-8A02-55BF-A89B-2D7BF70AF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0E92-FC22-4992-8D64-53E2517AE2E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99F98-178A-6C0A-AE90-7FDF14C5A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638C6-C4BC-9390-B682-7BF06D65F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C676D-0C5F-4528-A44A-DFC841B8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6DC907-D33A-AF93-61B5-E3C8EF10B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BC268-AF18-AC5B-58AD-C61D247EC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06B78-A1D0-1912-8B6F-381CC5512E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BF0E92-FC22-4992-8D64-53E2517AE2E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33B8A-AB28-D331-C6D6-02018D7D7B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49770-820E-BFD2-C910-47FEA582B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AC676D-0C5F-4528-A44A-DFC841B8E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07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5E6F4-AF08-1638-A313-6409E69BCE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A90DE1-CBA8-A633-9B44-511903BD9F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Meeting – July 7, 2026</a:t>
            </a:r>
          </a:p>
        </p:txBody>
      </p:sp>
    </p:spTree>
    <p:extLst>
      <p:ext uri="{BB962C8B-B14F-4D97-AF65-F5344CB8AC3E}">
        <p14:creationId xmlns:p14="http://schemas.microsoft.com/office/powerpoint/2010/main" val="965911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122DB-59F6-D352-1717-964D11134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three Archbold datasets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715C7E-2742-7CA2-2571-0B64EF9F02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1040713"/>
              </p:ext>
            </p:extLst>
          </p:nvPr>
        </p:nvGraphicFramePr>
        <p:xfrm>
          <a:off x="838200" y="1825625"/>
          <a:ext cx="10515597" cy="1833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96779426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9630275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185804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Chrysopsis </a:t>
                      </a:r>
                      <a:r>
                        <a:rPr lang="en-US" dirty="0" err="1"/>
                        <a:t>highlandsensis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Crotalaria </a:t>
                      </a:r>
                      <a:r>
                        <a:rPr lang="en-US" dirty="0" err="1"/>
                        <a:t>avonensis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Polygala </a:t>
                      </a:r>
                      <a:r>
                        <a:rPr lang="en-US" dirty="0" err="1"/>
                        <a:t>lewtonii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13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Asteraceae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New dataset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1999-2025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 subpopulations (‘sites’)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Fabaceae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Extended dataset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1998-2025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 subpopulations (‘sites’)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 err="1"/>
                        <a:t>Fabales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Polygalaceae</a:t>
                      </a:r>
                      <a:endParaRPr lang="en-US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Extended dataset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2001 – 2025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220 quadrats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18349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B1AA612-6312-41EF-BD7B-ED473DF6C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149" y="3429000"/>
            <a:ext cx="2604249" cy="29243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BDA994-3F22-2C04-B68D-DFB2EDF2833A}"/>
              </a:ext>
            </a:extLst>
          </p:cNvPr>
          <p:cNvSpPr txBox="1"/>
          <p:nvPr/>
        </p:nvSpPr>
        <p:spPr>
          <a:xfrm>
            <a:off x="1007327" y="6397170"/>
            <a:ext cx="293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https://en.wikipedia.org/wiki/Chrysopsis_highlandsensis#/media/File:Chrysopsis_highlandsensis_in_bloom_-_Arbuckle_(LWR_SF),_FL_-_November_2025.png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685AD66-D516-9E4B-D758-5973FDB85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9367" y="3429000"/>
            <a:ext cx="2193266" cy="292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7258B5-4E5C-FA49-CABF-0237C9634A93}"/>
              </a:ext>
            </a:extLst>
          </p:cNvPr>
          <p:cNvSpPr txBox="1"/>
          <p:nvPr/>
        </p:nvSpPr>
        <p:spPr>
          <a:xfrm>
            <a:off x="4693040" y="6407752"/>
            <a:ext cx="293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https://en.wikipedia.org/wiki/Crotalaria_avonensis#/media/File:Avon_Park_Rattlebox_imported_from_iNaturalist_photo_118466635_on_3_July_2024.jpg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7F850C2-9D6F-684C-2B50-302219200E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382"/>
          <a:stretch/>
        </p:blipFill>
        <p:spPr bwMode="auto">
          <a:xfrm>
            <a:off x="7778528" y="3429001"/>
            <a:ext cx="3668521" cy="292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9FE73B-34C7-9629-19A7-5DB2DF714399}"/>
              </a:ext>
            </a:extLst>
          </p:cNvPr>
          <p:cNvSpPr txBox="1"/>
          <p:nvPr/>
        </p:nvSpPr>
        <p:spPr>
          <a:xfrm>
            <a:off x="8421905" y="6407752"/>
            <a:ext cx="293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https://en.wikipedia.org/wiki/Senega_lewtonii#/media/File:Senega_lewtonii_(upclose)_-_Babson_Tract_-_January_2026.jpg</a:t>
            </a:r>
          </a:p>
        </p:txBody>
      </p:sp>
    </p:spTree>
    <p:extLst>
      <p:ext uri="{BB962C8B-B14F-4D97-AF65-F5344CB8AC3E}">
        <p14:creationId xmlns:p14="http://schemas.microsoft.com/office/powerpoint/2010/main" val="4043751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BABE0-9936-63C8-4975-CD552ADC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Chrysopsis </a:t>
            </a:r>
            <a:r>
              <a:rPr lang="en-US" dirty="0" err="1"/>
              <a:t>highlandsensis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F2B4F7-2FD5-4816-4339-7B7CC61122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5642957"/>
              </p:ext>
            </p:extLst>
          </p:nvPr>
        </p:nvGraphicFramePr>
        <p:xfrm>
          <a:off x="838200" y="1825625"/>
          <a:ext cx="10515600" cy="2568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3036609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Special features: </a:t>
                      </a:r>
                      <a:r>
                        <a:rPr lang="en-US" dirty="0"/>
                        <a:t>Plant size log rosette diameter, Disturbance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433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Vital-rate models: </a:t>
                      </a:r>
                      <a:r>
                        <a:rPr lang="en-US" dirty="0"/>
                        <a:t>Survival, Growth, Flowering probability, Flowerhead production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299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Fertility pathway: </a:t>
                      </a:r>
                      <a:r>
                        <a:rPr lang="en-US" dirty="0"/>
                        <a:t>Flowering probability → Number of flowerheads (Flowering | X) → </a:t>
                      </a:r>
                    </a:p>
                    <a:p>
                      <a:r>
                        <a:rPr lang="en-US" dirty="0"/>
                        <a:t>Flowers to recruits (Site level)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889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265652"/>
                  </a:ext>
                </a:extLst>
              </a:tr>
              <a:tr h="4451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94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50730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96D155A-55A6-6287-C142-6580792FC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9551" y="3568520"/>
            <a:ext cx="2604249" cy="292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968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835B3-94DC-0A94-0D26-2EB22B5B7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Crotalaria </a:t>
            </a:r>
            <a:r>
              <a:rPr lang="en-US" dirty="0" err="1"/>
              <a:t>avonensis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FB55CA-06EC-9134-179A-9C3FC5755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215162"/>
              </p:ext>
            </p:extLst>
          </p:nvPr>
        </p:nvGraphicFramePr>
        <p:xfrm>
          <a:off x="838200" y="1825625"/>
          <a:ext cx="10515600" cy="28378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581187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Special features: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757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Vital-rate models: </a:t>
                      </a:r>
                      <a:r>
                        <a:rPr lang="en-US" dirty="0"/>
                        <a:t>Survival, Growth, Flowering probability, Number of flowers, Fruiting probability, Numbers of Fruits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883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Fertility pathway: </a:t>
                      </a:r>
                      <a:r>
                        <a:rPr lang="en-US" dirty="0"/>
                        <a:t>Flowering probability → Fruiting probability (Flowering | X) → </a:t>
                      </a:r>
                    </a:p>
                    <a:p>
                      <a:r>
                        <a:rPr lang="en-US" dirty="0"/>
                        <a:t>Number of Fruits (Flowers &amp; Fruiting | X) → Fruit to recruit (Site level)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321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943904"/>
                  </a:ext>
                </a:extLst>
              </a:tr>
              <a:tr h="4451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8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21998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D50CAEB-DF88-401C-71C9-878B34A17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0534" y="3568520"/>
            <a:ext cx="2193266" cy="292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203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3A529-0771-F78E-09C4-2E10438F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Polygala </a:t>
            </a:r>
            <a:r>
              <a:rPr lang="en-US" dirty="0" err="1"/>
              <a:t>lewtonii</a:t>
            </a:r>
            <a:endParaRPr lang="en-US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6CD11E6-52E4-1411-42DC-62CD7217AF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382"/>
          <a:stretch/>
        </p:blipFill>
        <p:spPr bwMode="auto">
          <a:xfrm>
            <a:off x="7685279" y="3568521"/>
            <a:ext cx="3668521" cy="292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D78D1E-1B08-4582-D5E0-DF2A8C4D9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472132"/>
              </p:ext>
            </p:extLst>
          </p:nvPr>
        </p:nvGraphicFramePr>
        <p:xfrm>
          <a:off x="838200" y="1825625"/>
          <a:ext cx="10515600" cy="22993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927008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Special features: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04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Vital-rate models: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014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Fertility pathway: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144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633021"/>
                  </a:ext>
                </a:extLst>
              </a:tr>
              <a:tr h="4451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345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442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9171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The three Archbold datasets</vt:lpstr>
      <vt:lpstr>Chrysopsis highlandsensis</vt:lpstr>
      <vt:lpstr>Crotalaria avonensis</vt:lpstr>
      <vt:lpstr>Polygala lewtonii</vt:lpstr>
    </vt:vector>
  </TitlesOfParts>
  <Company>iDiv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Neiße, Niklas</dc:creator>
  <cp:lastModifiedBy>Neiße, Niklas</cp:lastModifiedBy>
  <cp:revision>2</cp:revision>
  <dcterms:created xsi:type="dcterms:W3CDTF">2026-07-20T11:12:48Z</dcterms:created>
  <dcterms:modified xsi:type="dcterms:W3CDTF">2026-07-24T11:21:28Z</dcterms:modified>
</cp:coreProperties>
</file>